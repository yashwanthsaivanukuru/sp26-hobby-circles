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1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3F7B84-C3C8-A2D5-A86A-58D1205AB694}" v="40" dt="2026-02-17T01:10:49.5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shwanth Sai Vanukuru" userId="S::y_vanukuru@uncg.edu::a954039b-0d8c-423d-a820-0a09a0a7b36c" providerId="AD" clId="Web-{E13F7B84-C3C8-A2D5-A86A-58D1205AB694}"/>
    <pc:docChg chg="addSld delSld modSld addMainMaster delMainMaster">
      <pc:chgData name="Yashwanth Sai Vanukuru" userId="S::y_vanukuru@uncg.edu::a954039b-0d8c-423d-a820-0a09a0a7b36c" providerId="AD" clId="Web-{E13F7B84-C3C8-A2D5-A86A-58D1205AB694}" dt="2026-02-17T01:10:49.580" v="45" actId="1076"/>
      <pc:docMkLst>
        <pc:docMk/>
      </pc:docMkLst>
      <pc:sldChg chg="del">
        <pc:chgData name="Yashwanth Sai Vanukuru" userId="S::y_vanukuru@uncg.edu::a954039b-0d8c-423d-a820-0a09a0a7b36c" providerId="AD" clId="Web-{E13F7B84-C3C8-A2D5-A86A-58D1205AB694}" dt="2026-02-17T00:57:27.036" v="0"/>
        <pc:sldMkLst>
          <pc:docMk/>
          <pc:sldMk cId="109857222" sldId="256"/>
        </pc:sldMkLst>
      </pc:sldChg>
      <pc:sldChg chg="addSp delSp modSp new del mod setBg modClrScheme setClrOvrMap chgLayout">
        <pc:chgData name="Yashwanth Sai Vanukuru" userId="S::y_vanukuru@uncg.edu::a954039b-0d8c-423d-a820-0a09a0a7b36c" providerId="AD" clId="Web-{E13F7B84-C3C8-A2D5-A86A-58D1205AB694}" dt="2026-02-17T00:59:45.403" v="11"/>
        <pc:sldMkLst>
          <pc:docMk/>
          <pc:sldMk cId="137470720" sldId="256"/>
        </pc:sldMkLst>
        <pc:spChg chg="mod">
          <ac:chgData name="Yashwanth Sai Vanukuru" userId="S::y_vanukuru@uncg.edu::a954039b-0d8c-423d-a820-0a09a0a7b36c" providerId="AD" clId="Web-{E13F7B84-C3C8-A2D5-A86A-58D1205AB694}" dt="2026-02-17T00:59:34.496" v="10"/>
          <ac:spMkLst>
            <pc:docMk/>
            <pc:sldMk cId="137470720" sldId="256"/>
            <ac:spMk id="2" creationId="{614B8178-D5F4-DFFF-E206-297DF6C4EAAF}"/>
          </ac:spMkLst>
        </pc:spChg>
        <pc:spChg chg="mod">
          <ac:chgData name="Yashwanth Sai Vanukuru" userId="S::y_vanukuru@uncg.edu::a954039b-0d8c-423d-a820-0a09a0a7b36c" providerId="AD" clId="Web-{E13F7B84-C3C8-A2D5-A86A-58D1205AB694}" dt="2026-02-17T00:59:34.496" v="10"/>
          <ac:spMkLst>
            <pc:docMk/>
            <pc:sldMk cId="137470720" sldId="256"/>
            <ac:spMk id="3" creationId="{7A1163AB-1B13-7B09-49CC-B0CDC9FA76B9}"/>
          </ac:spMkLst>
        </pc:spChg>
        <pc:spChg chg="add del">
          <ac:chgData name="Yashwanth Sai Vanukuru" userId="S::y_vanukuru@uncg.edu::a954039b-0d8c-423d-a820-0a09a0a7b36c" providerId="AD" clId="Web-{E13F7B84-C3C8-A2D5-A86A-58D1205AB694}" dt="2026-02-17T00:59:29.230" v="7"/>
          <ac:spMkLst>
            <pc:docMk/>
            <pc:sldMk cId="137470720" sldId="256"/>
            <ac:spMk id="9" creationId="{B7E2F724-2FB3-4D1D-A730-739B8654C030}"/>
          </ac:spMkLst>
        </pc:spChg>
        <pc:spChg chg="add del">
          <ac:chgData name="Yashwanth Sai Vanukuru" userId="S::y_vanukuru@uncg.edu::a954039b-0d8c-423d-a820-0a09a0a7b36c" providerId="AD" clId="Web-{E13F7B84-C3C8-A2D5-A86A-58D1205AB694}" dt="2026-02-17T00:59:29.230" v="7"/>
          <ac:spMkLst>
            <pc:docMk/>
            <pc:sldMk cId="137470720" sldId="256"/>
            <ac:spMk id="11" creationId="{B2C335F7-F61C-4EB4-80F2-4B1438FE66BB}"/>
          </ac:spMkLst>
        </pc:spChg>
        <pc:spChg chg="add del">
          <ac:chgData name="Yashwanth Sai Vanukuru" userId="S::y_vanukuru@uncg.edu::a954039b-0d8c-423d-a820-0a09a0a7b36c" providerId="AD" clId="Web-{E13F7B84-C3C8-A2D5-A86A-58D1205AB694}" dt="2026-02-17T00:59:34.449" v="9"/>
          <ac:spMkLst>
            <pc:docMk/>
            <pc:sldMk cId="137470720" sldId="256"/>
            <ac:spMk id="13" creationId="{CFD1D2CD-954D-4C4D-B505-05EAD159B230}"/>
          </ac:spMkLst>
        </pc:spChg>
        <pc:spChg chg="add">
          <ac:chgData name="Yashwanth Sai Vanukuru" userId="S::y_vanukuru@uncg.edu::a954039b-0d8c-423d-a820-0a09a0a7b36c" providerId="AD" clId="Web-{E13F7B84-C3C8-A2D5-A86A-58D1205AB694}" dt="2026-02-17T00:59:34.496" v="10"/>
          <ac:spMkLst>
            <pc:docMk/>
            <pc:sldMk cId="137470720" sldId="256"/>
            <ac:spMk id="16" creationId="{9B65F7F7-2FCE-8F01-53DE-15C39342BE99}"/>
          </ac:spMkLst>
        </pc:spChg>
        <pc:picChg chg="add mod ord">
          <ac:chgData name="Yashwanth Sai Vanukuru" userId="S::y_vanukuru@uncg.edu::a954039b-0d8c-423d-a820-0a09a0a7b36c" providerId="AD" clId="Web-{E13F7B84-C3C8-A2D5-A86A-58D1205AB694}" dt="2026-02-17T00:59:34.496" v="10"/>
          <ac:picMkLst>
            <pc:docMk/>
            <pc:sldMk cId="137470720" sldId="256"/>
            <ac:picMk id="4" creationId="{3357080D-BECA-9625-E7F1-A5D7FAFD9B41}"/>
          </ac:picMkLst>
        </pc:picChg>
        <pc:cxnChg chg="add del">
          <ac:chgData name="Yashwanth Sai Vanukuru" userId="S::y_vanukuru@uncg.edu::a954039b-0d8c-423d-a820-0a09a0a7b36c" providerId="AD" clId="Web-{E13F7B84-C3C8-A2D5-A86A-58D1205AB694}" dt="2026-02-17T00:59:34.449" v="9"/>
          <ac:cxnSpMkLst>
            <pc:docMk/>
            <pc:sldMk cId="137470720" sldId="256"/>
            <ac:cxnSpMk id="14" creationId="{D132AEA7-A24A-45A9-BF8F-D0AFF34DF68C}"/>
          </ac:cxnSpMkLst>
        </pc:cxnChg>
      </pc:sldChg>
      <pc:sldChg chg="new del">
        <pc:chgData name="Yashwanth Sai Vanukuru" userId="S::y_vanukuru@uncg.edu::a954039b-0d8c-423d-a820-0a09a0a7b36c" providerId="AD" clId="Web-{E13F7B84-C3C8-A2D5-A86A-58D1205AB694}" dt="2026-02-17T01:00:40.436" v="14"/>
        <pc:sldMkLst>
          <pc:docMk/>
          <pc:sldMk cId="3519726243" sldId="256"/>
        </pc:sldMkLst>
      </pc:sldChg>
      <pc:sldChg chg="addSp delSp modSp new mod setBg">
        <pc:chgData name="Yashwanth Sai Vanukuru" userId="S::y_vanukuru@uncg.edu::a954039b-0d8c-423d-a820-0a09a0a7b36c" providerId="AD" clId="Web-{E13F7B84-C3C8-A2D5-A86A-58D1205AB694}" dt="2026-02-17T01:10:32.688" v="42" actId="14100"/>
        <pc:sldMkLst>
          <pc:docMk/>
          <pc:sldMk cId="3320114388" sldId="257"/>
        </pc:sldMkLst>
        <pc:spChg chg="add del">
          <ac:chgData name="Yashwanth Sai Vanukuru" userId="S::y_vanukuru@uncg.edu::a954039b-0d8c-423d-a820-0a09a0a7b36c" providerId="AD" clId="Web-{E13F7B84-C3C8-A2D5-A86A-58D1205AB694}" dt="2026-02-17T01:03:26.864" v="24"/>
          <ac:spMkLst>
            <pc:docMk/>
            <pc:sldMk cId="3320114388" sldId="257"/>
            <ac:spMk id="8" creationId="{35D3817B-01DA-DCDA-FA18-49D6FF003762}"/>
          </ac:spMkLst>
        </pc:spChg>
        <pc:spChg chg="add">
          <ac:chgData name="Yashwanth Sai Vanukuru" userId="S::y_vanukuru@uncg.edu::a954039b-0d8c-423d-a820-0a09a0a7b36c" providerId="AD" clId="Web-{E13F7B84-C3C8-A2D5-A86A-58D1205AB694}" dt="2026-02-17T01:03:26.958" v="25"/>
          <ac:spMkLst>
            <pc:docMk/>
            <pc:sldMk cId="3320114388" sldId="257"/>
            <ac:spMk id="10" creationId="{4D210342-C3F4-5EAC-3A4D-4770C07F3854}"/>
          </ac:spMkLst>
        </pc:spChg>
        <pc:picChg chg="add del mod">
          <ac:chgData name="Yashwanth Sai Vanukuru" userId="S::y_vanukuru@uncg.edu::a954039b-0d8c-423d-a820-0a09a0a7b36c" providerId="AD" clId="Web-{E13F7B84-C3C8-A2D5-A86A-58D1205AB694}" dt="2026-02-17T01:01:16.110" v="16"/>
          <ac:picMkLst>
            <pc:docMk/>
            <pc:sldMk cId="3320114388" sldId="257"/>
            <ac:picMk id="2" creationId="{1BF995E1-CA9C-C179-BA2A-7D118AE35116}"/>
          </ac:picMkLst>
        </pc:picChg>
        <pc:picChg chg="add mod">
          <ac:chgData name="Yashwanth Sai Vanukuru" userId="S::y_vanukuru@uncg.edu::a954039b-0d8c-423d-a820-0a09a0a7b36c" providerId="AD" clId="Web-{E13F7B84-C3C8-A2D5-A86A-58D1205AB694}" dt="2026-02-17T01:10:32.688" v="42" actId="14100"/>
          <ac:picMkLst>
            <pc:docMk/>
            <pc:sldMk cId="3320114388" sldId="257"/>
            <ac:picMk id="3" creationId="{0DFF8A4A-FFE8-960B-5D80-A8A9E25A82EB}"/>
          </ac:picMkLst>
        </pc:picChg>
      </pc:sldChg>
      <pc:sldChg chg="addSp delSp modSp new">
        <pc:chgData name="Yashwanth Sai Vanukuru" userId="S::y_vanukuru@uncg.edu::a954039b-0d8c-423d-a820-0a09a0a7b36c" providerId="AD" clId="Web-{E13F7B84-C3C8-A2D5-A86A-58D1205AB694}" dt="2026-02-17T01:10:49.580" v="45" actId="1076"/>
        <pc:sldMkLst>
          <pc:docMk/>
          <pc:sldMk cId="1939859564" sldId="258"/>
        </pc:sldMkLst>
        <pc:picChg chg="add del mod">
          <ac:chgData name="Yashwanth Sai Vanukuru" userId="S::y_vanukuru@uncg.edu::a954039b-0d8c-423d-a820-0a09a0a7b36c" providerId="AD" clId="Web-{E13F7B84-C3C8-A2D5-A86A-58D1205AB694}" dt="2026-02-17T01:07:27.355" v="37"/>
          <ac:picMkLst>
            <pc:docMk/>
            <pc:sldMk cId="1939859564" sldId="258"/>
            <ac:picMk id="2" creationId="{1B16F7A5-D561-1FB2-56DD-C44EA5122795}"/>
          </ac:picMkLst>
        </pc:picChg>
        <pc:picChg chg="add mod">
          <ac:chgData name="Yashwanth Sai Vanukuru" userId="S::y_vanukuru@uncg.edu::a954039b-0d8c-423d-a820-0a09a0a7b36c" providerId="AD" clId="Web-{E13F7B84-C3C8-A2D5-A86A-58D1205AB694}" dt="2026-02-17T01:10:49.580" v="45" actId="1076"/>
          <ac:picMkLst>
            <pc:docMk/>
            <pc:sldMk cId="1939859564" sldId="258"/>
            <ac:picMk id="3" creationId="{C0B7C4C5-F902-638E-8707-0D5D29479F97}"/>
          </ac:picMkLst>
        </pc:picChg>
      </pc:sldChg>
      <pc:sldMasterChg chg="add del addSldLayout delSldLayout">
        <pc:chgData name="Yashwanth Sai Vanukuru" userId="S::y_vanukuru@uncg.edu::a954039b-0d8c-423d-a820-0a09a0a7b36c" providerId="AD" clId="Web-{E13F7B84-C3C8-A2D5-A86A-58D1205AB694}" dt="2026-02-17T00:59:34.496" v="10"/>
        <pc:sldMasterMkLst>
          <pc:docMk/>
          <pc:sldMasterMk cId="2460954070" sldId="2147483660"/>
        </pc:sldMasterMkLst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2385387890" sldId="2147483661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949138452" sldId="2147483662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2591524520" sldId="2147483663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1203092039" sldId="2147483664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3733172339" sldId="2147483665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3210312558" sldId="2147483666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3146388984" sldId="2147483667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3171841454" sldId="2147483668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1718958274" sldId="2147483669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2202905451" sldId="2147483670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">
        <pc:chgData name="Yashwanth Sai Vanukuru" userId="S::y_vanukuru@uncg.edu::a954039b-0d8c-423d-a820-0a09a0a7b36c" providerId="AD" clId="Web-{E13F7B84-C3C8-A2D5-A86A-58D1205AB694}" dt="2026-02-17T00:59:29.230" v="7"/>
        <pc:sldMasterMkLst>
          <pc:docMk/>
          <pc:sldMasterMk cId="3072690691" sldId="2147483672"/>
        </pc:sldMasterMkLst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408195238" sldId="2147483673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1384985887" sldId="2147483674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2904810085" sldId="2147483675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3804510035" sldId="2147483676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2725525772" sldId="2147483677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2307597344" sldId="2147483678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2593023224" sldId="2147483679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3749662711" sldId="2147483680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3954908708" sldId="2147483681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3045080091" sldId="2147483682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29.230" v="7"/>
          <pc:sldLayoutMkLst>
            <pc:docMk/>
            <pc:sldMasterMk cId="3072690691" sldId="2147483672"/>
            <pc:sldLayoutMk cId="2525442328" sldId="2147483683"/>
          </pc:sldLayoutMkLst>
        </pc:sldLayoutChg>
      </pc:sldMasterChg>
      <pc:sldMasterChg chg="add del addSldLayout delSldLayout">
        <pc:chgData name="Yashwanth Sai Vanukuru" userId="S::y_vanukuru@uncg.edu::a954039b-0d8c-423d-a820-0a09a0a7b36c" providerId="AD" clId="Web-{E13F7B84-C3C8-A2D5-A86A-58D1205AB694}" dt="2026-02-17T00:59:34.449" v="9"/>
        <pc:sldMasterMkLst>
          <pc:docMk/>
          <pc:sldMasterMk cId="2292925631" sldId="2147483695"/>
        </pc:sldMasterMkLst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2721064169" sldId="2147483684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3036789016" sldId="2147483685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101739205" sldId="2147483686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732479021" sldId="2147483687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4001719779" sldId="2147483688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3507289580" sldId="2147483689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2515995063" sldId="2147483690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1015044391" sldId="2147483691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2574983899" sldId="2147483692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3176743795" sldId="2147483693"/>
          </pc:sldLayoutMkLst>
        </pc:sldLayoutChg>
        <pc:sldLayoutChg chg="add del">
          <pc:chgData name="Yashwanth Sai Vanukuru" userId="S::y_vanukuru@uncg.edu::a954039b-0d8c-423d-a820-0a09a0a7b36c" providerId="AD" clId="Web-{E13F7B84-C3C8-A2D5-A86A-58D1205AB694}" dt="2026-02-17T00:59:34.449" v="9"/>
          <pc:sldLayoutMkLst>
            <pc:docMk/>
            <pc:sldMasterMk cId="2292925631" sldId="2147483695"/>
            <pc:sldLayoutMk cId="3750687019" sldId="2147483694"/>
          </pc:sldLayoutMkLst>
        </pc:sldLayoutChg>
      </pc:sldMasterChg>
      <pc:sldMasterChg chg="add addSldLayout">
        <pc:chgData name="Yashwanth Sai Vanukuru" userId="S::y_vanukuru@uncg.edu::a954039b-0d8c-423d-a820-0a09a0a7b36c" providerId="AD" clId="Web-{E13F7B84-C3C8-A2D5-A86A-58D1205AB694}" dt="2026-02-17T00:59:34.496" v="10"/>
        <pc:sldMasterMkLst>
          <pc:docMk/>
          <pc:sldMasterMk cId="1333622939" sldId="2147483721"/>
        </pc:sldMasterMkLst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4122336863" sldId="2147483710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2123987263" sldId="2147483711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4006722874" sldId="2147483712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3804107480" sldId="2147483713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3717121088" sldId="2147483714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1031663675" sldId="2147483715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3984449405" sldId="2147483716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1799540671" sldId="2147483717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1444616203" sldId="2147483718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3084377942" sldId="2147483719"/>
          </pc:sldLayoutMkLst>
        </pc:sldLayoutChg>
        <pc:sldLayoutChg chg="add">
          <pc:chgData name="Yashwanth Sai Vanukuru" userId="S::y_vanukuru@uncg.edu::a954039b-0d8c-423d-a820-0a09a0a7b36c" providerId="AD" clId="Web-{E13F7B84-C3C8-A2D5-A86A-58D1205AB694}" dt="2026-02-17T00:59:34.496" v="10"/>
          <pc:sldLayoutMkLst>
            <pc:docMk/>
            <pc:sldMasterMk cId="1333622939" sldId="2147483721"/>
            <pc:sldLayoutMk cId="2269715007" sldId="2147483720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449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0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616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377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715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21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36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98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722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10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663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22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14" r:id="rId6"/>
    <p:sldLayoutId id="2147483710" r:id="rId7"/>
    <p:sldLayoutId id="2147483711" r:id="rId8"/>
    <p:sldLayoutId id="2147483712" r:id="rId9"/>
    <p:sldLayoutId id="2147483713" r:id="rId10"/>
    <p:sldLayoutId id="214748371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D210342-C3F4-5EAC-3A4D-4770C07F3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FF8A4A-FFE8-960B-5D80-A8A9E25A82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5" b="2"/>
          <a:stretch>
            <a:fillRect/>
          </a:stretch>
        </p:blipFill>
        <p:spPr>
          <a:xfrm>
            <a:off x="1092375" y="1567"/>
            <a:ext cx="9798485" cy="685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114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B7C4C5-F902-638E-8707-0D5D29479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605" y="0"/>
            <a:ext cx="97199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85956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VanillaVTI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41</cp:revision>
  <dcterms:created xsi:type="dcterms:W3CDTF">2026-02-17T00:56:44Z</dcterms:created>
  <dcterms:modified xsi:type="dcterms:W3CDTF">2026-02-17T01:10:52Z</dcterms:modified>
</cp:coreProperties>
</file>