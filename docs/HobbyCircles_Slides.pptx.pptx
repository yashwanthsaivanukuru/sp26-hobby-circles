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r="235" b="2"/>
          <a:stretch>
            <a:fillRect/>
          </a:stretch>
        </p:blipFill>
        <p:spPr>
          <a:xfrm>
            <a:off x="0" y="9525"/>
            <a:ext cx="1219136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watercolor paint with text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WPS Presentation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Neue Haas Grotesk Text Pro</vt:lpstr>
      <vt:lpstr>Segoe Print</vt:lpstr>
      <vt:lpstr>Microsoft YaHei</vt:lpstr>
      <vt:lpstr>Arial Unicode MS</vt:lpstr>
      <vt:lpstr>Calibri</vt:lpstr>
      <vt:lpstr>VanillaVTI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vanuk</cp:lastModifiedBy>
  <cp:revision>52</cp:revision>
  <dcterms:created xsi:type="dcterms:W3CDTF">2026-02-17T00:56:00Z</dcterms:created>
  <dcterms:modified xsi:type="dcterms:W3CDTF">2026-02-19T02:24:55Z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EB7EFD6A74CF4C82A7B638323A23EC0E_12</vt:lpwstr>
  </property>
  <property fmtid="{D5CDD505-2E9C-101B-9397-08002B2CF9AE}" pid="3" name="KSOProductBuildVer">
    <vt:lpwstr>1033-12.2.0.23197</vt:lpwstr>
  </property>
</Properties>
</file>